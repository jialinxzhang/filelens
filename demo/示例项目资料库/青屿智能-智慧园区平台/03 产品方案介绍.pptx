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/>
</file>

<file path=ppt/slides/slide1.xml><?xml version="1.0" encoding="utf-8"?>
<p:sld xmlns:p="http://schemas.openxmlformats.org/presentationml/2006/main" xmlns:a="http://schemas.openxmlformats.org/drawingml/2006/main">
  <p:cSld>
    <p:spTree>
      <a:p>
        <a:r>
          <a:t>智慧园区管理平台</a:t>
        </a:r>
      </a:p>
      <a:p>
        <a:r>
          <a:t>产品方案介绍</a:t>
        </a:r>
      </a:p>
      <a:p>
        <a:r>
          <a:t>（示例文件）</a:t>
        </a:r>
      </a: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a:p>
        <a:r>
          <a:t>核心能力一：设备接入</a:t>
        </a:r>
      </a:p>
      <a:p>
        <a:r>
          <a:t>三类协议 · 即插即用</a:t>
        </a:r>
      </a: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a:p>
        <a:r>
          <a:t>核心能力二：规则引擎</a:t>
        </a:r>
      </a:p>
      <a:p>
        <a:r>
          <a:t>可视化编排 · 秒级联动</a:t>
        </a:r>
      </a:p>
    </p:spTree>
  </p:cSld>
</p:sld>
</file>